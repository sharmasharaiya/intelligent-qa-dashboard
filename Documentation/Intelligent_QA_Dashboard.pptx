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2T18:39:24.65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 24575,'0'0'0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7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1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0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5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5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6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90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0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2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7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84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72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02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27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8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44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1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rahul-sahariya-r-8281aa1b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4013" y="372643"/>
            <a:ext cx="582563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sz="3600" b="1" dirty="0">
                <a:solidFill>
                  <a:srgbClr val="ECF0F1"/>
                </a:solidFill>
              </a:rPr>
              <a:t>Intelligent QA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4013" y="1699997"/>
            <a:ext cx="812734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/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/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Real-Time Automation Insights for Smarter Testing Decisions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Technologies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Java, Spring Boot, Selenium, Playwright, Postman, Power BI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								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B8A5B8-B184-9087-1E6B-3E9FDD4B7690}"/>
                  </a:ext>
                </a:extLst>
              </p14:cNvPr>
              <p14:cNvContentPartPr/>
              <p14:nvPr/>
            </p14:nvContentPartPr>
            <p14:xfrm>
              <a:off x="-78670" y="310678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B8A5B8-B184-9087-1E6B-3E9FDD4B76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7670" y="309814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99953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lang="en-US" sz="3600" b="1" dirty="0">
                <a:solidFill>
                  <a:srgbClr val="ECF0F1"/>
                </a:solidFill>
              </a:rPr>
              <a:t> </a:t>
            </a:r>
            <a:r>
              <a:rPr sz="3600" b="1" dirty="0">
                <a:solidFill>
                  <a:srgbClr val="ECF0F1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74828" cy="316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🎯 Objective: Build a real-time QA Automation dashboard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📊 Why: Transparent QA process, early detection of issues,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88F1A0B-A736-C296-55A4-4DC1D56E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2258"/>
            <a:ext cx="9144000" cy="4095366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D6F7B64A-5E15-FFB8-ED3E-915CD65B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 – Dashboard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5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42273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lang="en-US" sz="3600" b="1" dirty="0">
                <a:solidFill>
                  <a:srgbClr val="ECF0F1"/>
                </a:solidFill>
              </a:rPr>
              <a:t> </a:t>
            </a:r>
            <a:r>
              <a:rPr sz="3600" b="1" dirty="0">
                <a:solidFill>
                  <a:srgbClr val="ECF0F1"/>
                </a:solidFill>
              </a:rP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152920" cy="41652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✅ Utility for ongoing use, not just a one-time dashboard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📂 Modules: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UI Test Execution (Selenium/Playwright)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API Test Execution (Postman/Newman)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Backend Data Upload (Spring Boot APIs)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SQL Database for storing results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Power BI for real-time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17586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lang="en-US" sz="3600" b="1" dirty="0">
                <a:solidFill>
                  <a:srgbClr val="ECF0F1"/>
                </a:solidFill>
              </a:rPr>
              <a:t> </a:t>
            </a:r>
            <a:r>
              <a:rPr sz="3600" b="1" dirty="0">
                <a:solidFill>
                  <a:srgbClr val="ECF0F1"/>
                </a:solidFill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820550" cy="3729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🟢 Real-time results &amp; trend analysis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📌 Module-wise pass/fail breakdown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🔍 Screenshot preview for failed tests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📈 API latency &amp; response insights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🔁 Flaky test detection across builds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97228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lang="en-US" sz="3600" b="1" dirty="0">
                <a:solidFill>
                  <a:srgbClr val="ECF0F1"/>
                </a:solidFill>
              </a:rPr>
              <a:t> </a:t>
            </a:r>
            <a:r>
              <a:rPr sz="3600" b="1" dirty="0">
                <a:solidFill>
                  <a:srgbClr val="ECF0F1"/>
                </a:solidFill>
              </a:rPr>
              <a:t>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33171" cy="2857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👩‍💻 QA Engineers - Track test quality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👨‍💻 Developers - Monitor code change impacts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🧑‍💼 Product Managers - Measure release readiness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🏢 Stakeholders - Validate release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14193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lang="en-US" sz="3600" b="1" dirty="0">
                <a:solidFill>
                  <a:srgbClr val="ECF0F1"/>
                </a:solidFill>
              </a:rPr>
              <a:t> </a:t>
            </a:r>
            <a:r>
              <a:rPr sz="3600" b="1" dirty="0">
                <a:solidFill>
                  <a:srgbClr val="ECF0F1"/>
                </a:solidFill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019870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🗓️ Week 1: Setup Project, DB Schema, Spring Boot APIs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🗓️ Week 2: Integrate Test Results (Selenium + Postman)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🗓️ Week 3: Power BI Visualizations, Live DB Connection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🗓️ Week 4: Finalize Dashboard, Host on GitHub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75107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lang="en-US" sz="3600" b="1" dirty="0">
                <a:solidFill>
                  <a:srgbClr val="ECF0F1"/>
                </a:solidFill>
              </a:rPr>
              <a:t> </a:t>
            </a:r>
            <a:r>
              <a:rPr sz="3600" b="1" dirty="0">
                <a:solidFill>
                  <a:srgbClr val="ECF0F1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263253" cy="3729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🖥️ Backend: Java + Spring Boot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🧪 Testing: Selenium,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Postman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(opt: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Playwright )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🗃️ Database: MySQL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📊 Visualization: Power BI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🌐 Hosting: GitHub Pages (for presentation layer)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07327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lang="en-US" sz="3600" b="1" dirty="0">
                <a:solidFill>
                  <a:srgbClr val="ECF0F1"/>
                </a:solidFill>
              </a:rPr>
              <a:t> </a:t>
            </a:r>
            <a:r>
              <a:rPr sz="3600" b="1" dirty="0">
                <a:solidFill>
                  <a:srgbClr val="ECF0F1"/>
                </a:solidFill>
              </a:rP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048724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📌 REST API for test result submission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📌 Database with test logs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📌 Power BI dashboard (module-wise, trend-based)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📌 GitHub static page + LinkedIn Post with walkthrough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28061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sz="3600" b="1" dirty="0">
                <a:solidFill>
                  <a:srgbClr val="ECF0F1"/>
                </a:solidFill>
              </a:rPr>
              <a:t>What Makes It Unique?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451079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💡 Full-stack QA utility integrating Dev + Testing + Analytics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♻️ Reusable across multiple projects/releases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📊 Business-friendly &amp; developer-aware dashboarding</a:t>
            </a: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🚀 Real-time, smart visibility into quality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5254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n-US" sz="3600" b="1" dirty="0">
              <a:solidFill>
                <a:srgbClr val="ECF0F1"/>
              </a:solidFill>
            </a:endParaRPr>
          </a:p>
          <a:p>
            <a:pPr algn="l"/>
            <a:r>
              <a:rPr sz="3600" b="1" dirty="0">
                <a:solidFill>
                  <a:srgbClr val="ECF0F1"/>
                </a:solidFill>
              </a:rPr>
              <a:t>Contact </a:t>
            </a:r>
            <a:r>
              <a:rPr lang="en-US" sz="3600" b="1" dirty="0">
                <a:solidFill>
                  <a:srgbClr val="ECF0F1"/>
                </a:solidFill>
              </a:rPr>
              <a:t>:</a:t>
            </a:r>
            <a:endParaRPr sz="3600" b="1" dirty="0">
              <a:solidFill>
                <a:srgbClr val="ECF0F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94735" cy="340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🌍 Demo: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🔗 LinkedIn: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-apple-system"/>
                <a:hlinkClick r:id="rId2"/>
              </a:rPr>
              <a:t>Rahul_Sahariya_Rrsr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BDC3C7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</a:t>
            </a:r>
            <a:r>
              <a:rPr sz="2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🙏 Thanks for your time &amp; feedback!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</TotalTime>
  <Words>367</Words>
  <Application>Microsoft Office PowerPoint</Application>
  <PresentationFormat>On-screen Show (4:3)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-apple-system</vt:lpstr>
      <vt:lpstr>Arial</vt:lpstr>
      <vt:lpstr>Century Gothic</vt:lpstr>
      <vt:lpstr>Wingdings 3</vt:lpstr>
      <vt:lpstr>Ion Boardroom</vt:lpstr>
      <vt:lpstr>PowerPoint Presentation</vt:lpstr>
      <vt:lpstr>PowerPoint Presentation</vt:lpstr>
      <vt:lpstr>QA – Dashboard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 Shahariya</cp:lastModifiedBy>
  <cp:revision>4</cp:revision>
  <dcterms:created xsi:type="dcterms:W3CDTF">2013-01-27T09:14:16Z</dcterms:created>
  <dcterms:modified xsi:type="dcterms:W3CDTF">2025-06-02T19:01:29Z</dcterms:modified>
  <cp:category/>
</cp:coreProperties>
</file>